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Value Over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(No System)</c:v>
                </c:pt>
              </c:strCache>
            </c:strRef>
          </c:tx>
          <c:spPr>
            <a:solidFill>
              <a:srgbClr val="AAAAAA"/>
            </a:solidFill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Exponential (With STV)</c:v>
                </c:pt>
              </c:strCache>
            </c:strRef>
          </c:tx>
          <c:spPr>
            <a:solidFill>
              <a:srgbClr val="C9A84C"/>
            </a:solidFill>
            <a:ln w="3175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D0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EDEAD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 NETWORK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spc="1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200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5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STRATEGY. STRUCTURE. EXECUTION.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Lithonia, GA  ·  Culture. Street. Sound.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CLARITY GAP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businesses stall not from lack of talent — but from lack of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92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operations with no clear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40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scaling due to missing systems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89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Misaligned branding and revenue strategy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38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defined execution roadmap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86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content, media, and monetization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377440" cy="3474720"/>
          </a:xfrm>
          <a:prstGeom prst="rect">
            <a:avLst/>
          </a:prstGeom>
          <a:solidFill>
            <a:srgbClr val="EDE8DE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645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S.E.N STACK METHOD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 framework for founders, creators &amp; media brands ready to scale.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476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your positioning, audience, and revenue model with clarity and intention.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systems, workflows, and content infrastructure to deliver consistently.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959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right relationships, partnerships, and platforms to amplify your reach.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F5F0E8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344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operations, SOPs, and business infrastructure that scales.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344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474720" y="24688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funnels that convert — from awareness to paid client.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F5F0E8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344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309360" y="24688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roadmaps with clear deliverables and accountability.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PARTNERS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best with driven operators who are ready to build.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65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19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2057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Early-stage founders needing systems, brand positioning, and a go-to-market plan.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5544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9659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719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532120" y="2057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creators and communities ready to monetize their platform and audience.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2004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118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364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Nonprofits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4300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Mission-driven organizations needing operational clarity and fundraising strategy.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32004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6118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364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Providers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53212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Professionals with skill but lacking the structure to scale their service business.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ENGAGEMENTS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299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(Clarity Sprint)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2057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670048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 Strategy Session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Review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Positioning Review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Plan Review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Audit or Blueprint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Direction Plan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Action Roadmap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0A0A0A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0299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(System Build)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2359152"/>
            <a:ext cx="20574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423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64992" y="2670048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Starter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Operations Audit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Development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Funnel Strategy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Execution Plan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Bi-Weekly Check-ins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$5,000–$10,000+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0" y="20299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(Full Execution Partnership)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359152"/>
            <a:ext cx="2057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423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2670048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Growth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Done-With-You Systems Build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Media Integration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&amp; Network Strategy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Advisory Support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PROCESS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Simple. Intentional. Results-Driven.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application and connect with our team.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18688" y="3063240"/>
            <a:ext cx="292608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9164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8803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analyze your business, brand, and systems gaps.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07608" y="3063240"/>
            <a:ext cx="292608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69164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deploy your customized growth system.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 IN SCALABILITY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Leverage, efficiency, and ROI compound through systems — not just hard work.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Systematized operations free you to focus on growth activities.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34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90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once, deliver repeatedly — your IP becomes infrastructure.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75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831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who invest in systems see 3–5x returns within 90 days.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29200" y="914400"/>
          <a:ext cx="3840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PARTNER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G4E MOVEMENT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Label &amp; Cultural Movement Partner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229600" cy="0"/>
          </a:xfrm>
          <a:prstGeom prst="line">
            <a:avLst/>
          </a:prstGeom>
          <a:noFill/>
          <a:ln w="12700">
            <a:solidFill>
              <a:srgbClr val="2D2D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 Network and G4E Movement are aligned in mission: amplifying independent voices through media, music, and strategy.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G4E artists and creatives gain access to STV's consulting infrastructure — systems, branding, and execution support.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partnership models what STV builds for all clients: a complete ecosystem connecting culture to commerce.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BUILD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SYSTEM?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828800" y="2880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YOUR STRATEGY CALL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52044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stvconsultingsystem.com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support@g4emovement.net  ·  Lithonia, GA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389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spc="6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STV Network – Consulting System Pitch Deck</dc:title>
  <dc:subject>PptxGenJS Presentation</dc:subject>
  <dc:creator>PptxGenJS</dc:creator>
  <cp:lastModifiedBy>PptxGenJS</cp:lastModifiedBy>
  <cp:revision>1</cp:revision>
  <dcterms:created xsi:type="dcterms:W3CDTF">2026-06-09T23:05:46Z</dcterms:created>
  <dcterms:modified xsi:type="dcterms:W3CDTF">2026-06-09T23:05:46Z</dcterms:modified>
</cp:coreProperties>
</file>